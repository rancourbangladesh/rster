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RosterBhai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Multi-Tenant Roster Management System</a:t>
            </a:r>
          </a:p>
          <a:p>
            <a:r>
              <a:t>Version 2.0.0</a:t>
            </a:r>
          </a:p>
          <a:p>
            <a:r>
              <a:t>November 08,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Modern SaaS application for roster and shift management</a:t>
            </a:r>
          </a:p>
          <a:p>
            <a:pPr>
              <a:defRPr sz="1800"/>
            </a:pPr>
            <a:r>
              <a:t>Built with Next.js 14 and TypeScript</a:t>
            </a:r>
          </a:p>
          <a:p>
            <a:pPr>
              <a:defRPr sz="1800"/>
            </a:pPr>
            <a:r>
              <a:t>Multi-tenant architecture with subdomain isolation</a:t>
            </a:r>
          </a:p>
          <a:p>
            <a:pPr>
              <a:defRPr sz="1800"/>
            </a:pPr>
            <a:r>
              <a:t>Comprehensive features for admins and employees</a:t>
            </a:r>
          </a:p>
          <a:p>
            <a:pPr>
              <a:defRPr sz="1800"/>
            </a:pPr>
            <a:r>
              <a:t>Google Sheets integration for easy data import</a:t>
            </a:r>
          </a:p>
          <a:p>
            <a:pPr>
              <a:defRPr sz="1800"/>
            </a:pPr>
            <a:r>
              <a:t>Real-time notifications and request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3-Tier Architecture Pattern</a:t>
            </a:r>
          </a:p>
          <a:p>
            <a:pPr>
              <a:defRPr sz="1800"/>
            </a:pPr>
            <a:r>
              <a:t>Presentation: Next.js App Router + React Components</a:t>
            </a:r>
          </a:p>
          <a:p>
            <a:pPr>
              <a:defRPr sz="1800"/>
            </a:pPr>
            <a:r>
              <a:t>Business Logic: Next.js API Routes (Serverless)</a:t>
            </a:r>
          </a:p>
          <a:p>
            <a:pPr>
              <a:defRPr sz="1800"/>
            </a:pPr>
            <a:r>
              <a:t>Data: File-based JSON storage with tenant isolation</a:t>
            </a:r>
          </a:p>
          <a:p>
            <a:pPr>
              <a:defRPr sz="1800"/>
            </a:pPr>
            <a:r>
              <a:t>Middleware-based routing and security</a:t>
            </a:r>
          </a:p>
          <a:p>
            <a:pPr>
              <a:defRPr sz="1800"/>
            </a:pPr>
            <a:r>
              <a:t>RESTful API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Multi-Tenant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Subdomain-based tenant identification</a:t>
            </a:r>
          </a:p>
          <a:p>
            <a:pPr>
              <a:defRPr sz="1800"/>
            </a:pPr>
            <a:r>
              <a:t>Main domain: rosterbhai.me (landing + developer portal)</a:t>
            </a:r>
          </a:p>
          <a:p>
            <a:pPr>
              <a:defRPr sz="1800"/>
            </a:pPr>
            <a:r>
              <a:t>Tenant subdomains: [slug].rosterbhai.me</a:t>
            </a:r>
          </a:p>
          <a:p>
            <a:pPr>
              <a:defRPr sz="1800"/>
            </a:pPr>
            <a:r>
              <a:t>Complete data isolation per tenant</a:t>
            </a:r>
          </a:p>
          <a:p>
            <a:pPr>
              <a:defRPr sz="1800"/>
            </a:pPr>
            <a:r>
              <a:t>Separate data directories for each tenant</a:t>
            </a:r>
          </a:p>
          <a:p>
            <a:pPr>
              <a:defRPr sz="1800"/>
            </a:pPr>
            <a:r>
              <a:t>Middleware enforces routing rules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Landing Page - Marketing and company registration</a:t>
            </a:r>
          </a:p>
          <a:p>
            <a:pPr>
              <a:defRPr sz="1800"/>
            </a:pPr>
            <a:r>
              <a:t>Developer Portal - Tenant approval and management</a:t>
            </a:r>
          </a:p>
          <a:p>
            <a:pPr>
              <a:defRPr sz="1800"/>
            </a:pPr>
            <a:r>
              <a:t>Admin Panel - Roster management with RBAC</a:t>
            </a:r>
          </a:p>
          <a:p>
            <a:pPr>
              <a:defRPr sz="1800"/>
            </a:pPr>
            <a:r>
              <a:t>Employee Portal - Self-service schedule viewing</a:t>
            </a:r>
          </a:p>
          <a:p>
            <a:pPr>
              <a:defRPr sz="1800"/>
            </a:pPr>
            <a:r>
              <a:t>CSV Import System - Bulk data import</a:t>
            </a:r>
          </a:p>
          <a:p>
            <a:pPr>
              <a:defRPr sz="1800"/>
            </a:pPr>
            <a:r>
              <a:t>Notification System - In-app and email alerts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Roles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Developer: Approve tenants, manage subscriptions, CMS</a:t>
            </a:r>
          </a:p>
          <a:p>
            <a:pPr>
              <a:defRPr sz="1800"/>
            </a:pPr>
            <a:r>
              <a:t>Admin: Manage employees, modify rosters, approve requests</a:t>
            </a:r>
          </a:p>
          <a:p>
            <a:pPr>
              <a:defRPr sz="1800"/>
            </a:pPr>
            <a:r>
              <a:t>Employee: View schedules, submit change/swap requests</a:t>
            </a:r>
          </a:p>
          <a:p>
            <a:pPr>
              <a:defRPr sz="1800"/>
            </a:pPr>
            <a:r>
              <a:t>RBAC Support: Role-based permissions for admins</a:t>
            </a:r>
          </a:p>
          <a:p>
            <a:pPr>
              <a:defRPr sz="1800"/>
            </a:pPr>
            <a:r>
              <a:t>Session-based authentication for all roles</a:t>
            </a:r>
          </a:p>
          <a:p>
            <a:pPr>
              <a:defRPr sz="1800"/>
            </a:pPr>
            <a:r>
              <a:t>Secure cookie-based session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CSV &amp; Google Sheets roster import</a:t>
            </a:r>
          </a:p>
          <a:p>
            <a:pPr>
              <a:defRPr sz="1800"/>
            </a:pPr>
            <a:r>
              <a:t>Shift template management</a:t>
            </a:r>
          </a:p>
          <a:p>
            <a:pPr>
              <a:defRPr sz="1800"/>
            </a:pPr>
            <a:r>
              <a:t>Employee profile management with photos</a:t>
            </a:r>
          </a:p>
          <a:p>
            <a:pPr>
              <a:defRPr sz="1800"/>
            </a:pPr>
            <a:r>
              <a:t>Shift change and swap request workflow</a:t>
            </a:r>
          </a:p>
          <a:p>
            <a:pPr>
              <a:defRPr sz="1800"/>
            </a:pPr>
            <a:r>
              <a:t>Real-time notification system</a:t>
            </a:r>
          </a:p>
          <a:p>
            <a:pPr>
              <a:defRPr sz="1800"/>
            </a:pPr>
            <a:r>
              <a:t>Audit trail for all modifications</a:t>
            </a:r>
          </a:p>
          <a:p>
            <a:pPr>
              <a:defRPr sz="1800"/>
            </a:pPr>
            <a:r>
              <a:t>Team-based schedule organization</a:t>
            </a:r>
          </a:p>
          <a:p>
            <a:pPr>
              <a:defRPr sz="1800"/>
            </a:pPr>
            <a:r>
              <a:t>Mobile-responsive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/>
            </a:pPr>
            <a:r>
              <a:t>Use Case Diagram</a:t>
            </a:r>
          </a:p>
        </p:txBody>
      </p:sp>
      <p:pic>
        <p:nvPicPr>
          <p:cNvPr id="3" name="Picture 2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2798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/>
            </a:pPr>
            <a:r>
              <a:t>System Architecture</a:t>
            </a:r>
          </a:p>
        </p:txBody>
      </p:sp>
      <p:pic>
        <p:nvPicPr>
          <p:cNvPr id="3" name="Picture 2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30352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/>
            </a:pPr>
            <a:r>
              <a:t>Context Data Flow Diagram</a:t>
            </a:r>
          </a:p>
        </p:txBody>
      </p:sp>
      <p:pic>
        <p:nvPicPr>
          <p:cNvPr id="3" name="Picture 2" descr="Context_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21802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/>
            </a:pPr>
            <a:r>
              <a:t>Level 1 Data Flow Diagram - NO VERSION NUMBERS</a:t>
            </a:r>
          </a:p>
        </p:txBody>
      </p:sp>
      <p:pic>
        <p:nvPicPr>
          <p:cNvPr id="3" name="Picture 2" descr="Level1_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80295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/>
            </a:pPr>
            <a:r>
              <a:t>Entity Relationship Diagram</a:t>
            </a:r>
          </a:p>
        </p:txBody>
      </p:sp>
      <p:pic>
        <p:nvPicPr>
          <p:cNvPr id="3" name="Picture 2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38570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HTTP-only cookies prevent XSS attacks</a:t>
            </a:r>
          </a:p>
          <a:p>
            <a:pPr>
              <a:defRPr sz="1800"/>
            </a:pPr>
            <a:r>
              <a:t>Subdomain-based tenant isolation</a:t>
            </a:r>
          </a:p>
          <a:p>
            <a:pPr>
              <a:defRPr sz="1800"/>
            </a:pPr>
            <a:r>
              <a:t>Session validation on every request</a:t>
            </a:r>
          </a:p>
          <a:p>
            <a:pPr>
              <a:defRPr sz="1800"/>
            </a:pPr>
            <a:r>
              <a:t>Input validation with Zod schemas</a:t>
            </a:r>
          </a:p>
          <a:p>
            <a:pPr>
              <a:defRPr sz="1800"/>
            </a:pPr>
            <a:r>
              <a:t>File upload restrictions and validation</a:t>
            </a:r>
          </a:p>
          <a:p>
            <a:pPr>
              <a:defRPr sz="1800"/>
            </a:pPr>
            <a:r>
              <a:t>Role-based access control (RBAC)</a:t>
            </a:r>
          </a:p>
          <a:p>
            <a:pPr>
              <a:defRPr sz="1800"/>
            </a:pPr>
            <a:r>
              <a:t>Audit logging for accountability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Frontend: Next.js 14, React 18, TypeScript 5</a:t>
            </a:r>
          </a:p>
          <a:p>
            <a:pPr>
              <a:defRPr sz="1800"/>
            </a:pPr>
            <a:r>
              <a:t>Styling: CSS Modules, Modern UI</a:t>
            </a:r>
          </a:p>
          <a:p>
            <a:pPr>
              <a:defRPr sz="1800"/>
            </a:pPr>
            <a:r>
              <a:t>Icons: Lucide React</a:t>
            </a:r>
          </a:p>
          <a:p>
            <a:pPr>
              <a:defRPr sz="1800"/>
            </a:pPr>
            <a:r>
              <a:t>File Processing: Formidable, csv-parse</a:t>
            </a:r>
          </a:p>
          <a:p>
            <a:pPr>
              <a:defRPr sz="1800"/>
            </a:pPr>
            <a:r>
              <a:t>Deployment: Vercel (recommended)</a:t>
            </a:r>
          </a:p>
          <a:p>
            <a:pPr>
              <a:defRPr sz="1800"/>
            </a:pPr>
            <a:r>
              <a:t>Storage: JSON files (migrate to DB for scale)</a:t>
            </a:r>
          </a:p>
          <a:p>
            <a:pPr>
              <a:defRPr sz="1800"/>
            </a:pPr>
            <a:r>
              <a:t>Session: Cookie-based with HTTP-only flag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Native mobile apps (iOS/Android)</a:t>
            </a:r>
          </a:p>
          <a:p>
            <a:pPr>
              <a:defRPr sz="1800"/>
            </a:pPr>
            <a:r>
              <a:t>Home screen widget for shifts</a:t>
            </a:r>
          </a:p>
          <a:p>
            <a:pPr>
              <a:defRPr sz="1800"/>
            </a:pPr>
            <a:r>
              <a:t>Push notifications</a:t>
            </a:r>
          </a:p>
          <a:p>
            <a:pPr>
              <a:defRPr sz="1800"/>
            </a:pPr>
            <a:r>
              <a:t>Advanced analytics and reports</a:t>
            </a:r>
          </a:p>
          <a:p>
            <a:pPr>
              <a:defRPr sz="1800"/>
            </a:pPr>
            <a:r>
              <a:t>SSO (Single Sign-On) integration</a:t>
            </a:r>
          </a:p>
          <a:p>
            <a:pPr>
              <a:defRPr sz="1800"/>
            </a:pPr>
            <a:r>
              <a:t>Webhook support for third-party integration</a:t>
            </a:r>
          </a:p>
          <a:p>
            <a:pPr>
              <a:defRPr sz="1800"/>
            </a:pPr>
            <a:r>
              <a:t>Auto-approval rules for requests</a:t>
            </a:r>
          </a:p>
          <a:p>
            <a:pPr>
              <a:defRPr sz="1800"/>
            </a:pPr>
            <a:r>
              <a:t>Smart scheduling algorithms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Robust, scalable foundation for roster management</a:t>
            </a:r>
          </a:p>
          <a:p>
            <a:pPr>
              <a:defRPr sz="1800"/>
            </a:pPr>
            <a:r>
              <a:t>Clear separation of concerns</a:t>
            </a:r>
          </a:p>
          <a:p>
            <a:pPr>
              <a:defRPr sz="1800"/>
            </a:pPr>
            <a:r>
              <a:t>Multi-tenancy with complete isolation</a:t>
            </a:r>
          </a:p>
          <a:p>
            <a:pPr>
              <a:defRPr sz="1800"/>
            </a:pPr>
            <a:r>
              <a:t>Comprehensive features for all user roles</a:t>
            </a:r>
          </a:p>
          <a:p>
            <a:pPr>
              <a:defRPr sz="1800"/>
            </a:pPr>
            <a:r>
              <a:t>Ready for production deployment</a:t>
            </a:r>
          </a:p>
          <a:p>
            <a:pPr>
              <a:defRPr sz="1800"/>
            </a:pPr>
            <a:r>
              <a:t>Clear upgrade path for scale</a:t>
            </a:r>
          </a:p>
          <a:p>
            <a:pPr>
              <a:defRPr sz="1800"/>
            </a:pPr>
            <a:r>
              <a:t>Modern technology stack</a:t>
            </a:r>
          </a:p>
          <a:p>
            <a:pPr>
              <a:defRPr sz="1800"/>
            </a:pPr>
            <a:r>
              <a:t>Focus on security and data privacy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1]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Admin Dashboard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The Admin Dashboard provides a comprehensive overview of all roster management activities.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View total employees and active shifts</a:t>
            </a:r>
          </a:p>
          <a:p>
            <a:pPr>
              <a:spcAft>
                <a:spcPts val="300"/>
              </a:spcAft>
              <a:defRPr sz="1000"/>
            </a:pPr>
            <a:r>
              <a:t>• See upcoming schedule requests</a:t>
            </a:r>
          </a:p>
          <a:p>
            <a:pPr>
              <a:spcAft>
                <a:spcPts val="300"/>
              </a:spcAft>
              <a:defRPr sz="1000"/>
            </a:pPr>
            <a:r>
              <a:t>• Monitor recent activities and changes</a:t>
            </a:r>
          </a:p>
          <a:p>
            <a:pPr>
              <a:spcAft>
                <a:spcPts val="300"/>
              </a:spcAft>
              <a:defRPr sz="1000"/>
            </a:pPr>
            <a:r>
              <a:t>• Quick access to key management functions</a:t>
            </a:r>
          </a:p>
          <a:p>
            <a:pPr>
              <a:spcAft>
                <a:spcPts val="300"/>
              </a:spcAft>
              <a:defRPr sz="1000"/>
            </a:pPr>
            <a:r>
              <a:t>• Real-time statistics and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  <a:br/>
            <a:r>
              <a:t>Login: admin / admin123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After login, the dashboard displays automatically as the home screen. Review metrics and click on any section to drill down into details.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2]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Roster Calendar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Visual calendar displaying employee shift schedules with easy drag-and-drop editing capabilities.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Monthly and weekly calendar views</a:t>
            </a:r>
          </a:p>
          <a:p>
            <a:pPr>
              <a:spcAft>
                <a:spcPts val="300"/>
              </a:spcAft>
              <a:defRPr sz="1000"/>
            </a:pPr>
            <a:r>
              <a:t>• Color-coded shifts by type (M2, M3, D1, D2, Day Off)</a:t>
            </a:r>
          </a:p>
          <a:p>
            <a:pPr>
              <a:spcAft>
                <a:spcPts val="300"/>
              </a:spcAft>
              <a:defRPr sz="1000"/>
            </a:pPr>
            <a:r>
              <a:t>• Drag-and-drop shift assignment</a:t>
            </a:r>
          </a:p>
          <a:p>
            <a:pPr>
              <a:spcAft>
                <a:spcPts val="300"/>
              </a:spcAft>
              <a:defRPr sz="1000"/>
            </a:pPr>
            <a:r>
              <a:t>• Employee availability indicators</a:t>
            </a:r>
          </a:p>
          <a:p>
            <a:pPr>
              <a:spcAft>
                <a:spcPts val="300"/>
              </a:spcAft>
              <a:defRPr sz="1000"/>
            </a:pPr>
            <a:r>
              <a:t>• Quick shift modification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  <a:br/>
            <a:r>
              <a:t>Navigate to: Roster Data tab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"Roster Data" tab in admin panel. Select date range to view schedule. Click any shift to edit or drag shifts to reassign employees.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3]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Employee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Comprehensive employee directory with profile management and team assignment capabilities.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Add, edit, and deactivate employees</a:t>
            </a:r>
          </a:p>
          <a:p>
            <a:pPr>
              <a:spcAft>
                <a:spcPts val="300"/>
              </a:spcAft>
              <a:defRPr sz="1000"/>
            </a:pPr>
            <a:r>
              <a:t>• Assign employees to teams</a:t>
            </a:r>
          </a:p>
          <a:p>
            <a:pPr>
              <a:spcAft>
                <a:spcPts val="300"/>
              </a:spcAft>
              <a:defRPr sz="1000"/>
            </a:pPr>
            <a:r>
              <a:t>• Set employee roles and permissions</a:t>
            </a:r>
          </a:p>
          <a:p>
            <a:pPr>
              <a:spcAft>
                <a:spcPts val="300"/>
              </a:spcAft>
              <a:defRPr sz="1000"/>
            </a:pPr>
            <a:r>
              <a:t>• View employee contact information</a:t>
            </a:r>
          </a:p>
          <a:p>
            <a:pPr>
              <a:spcAft>
                <a:spcPts val="300"/>
              </a:spcAft>
              <a:defRPr sz="1000"/>
            </a:pPr>
            <a:r>
              <a:t>• Upload employee photos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  <a:br/>
            <a:r>
              <a:t>Navigate to: Employee Management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"Employees" in admin menu. Use "Add Employee" button to create new entries. Click any employee row to edit details or assign to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4]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CSV Import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Bulk import employee data and shift schedules from CSV files or Google Sheets.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Upload CSV files with roster data</a:t>
            </a:r>
          </a:p>
          <a:p>
            <a:pPr>
              <a:spcAft>
                <a:spcPts val="300"/>
              </a:spcAft>
              <a:defRPr sz="1000"/>
            </a:pPr>
            <a:r>
              <a:t>• Preview imported data before saving</a:t>
            </a:r>
          </a:p>
          <a:p>
            <a:pPr>
              <a:spcAft>
                <a:spcPts val="300"/>
              </a:spcAft>
              <a:defRPr sz="1000"/>
            </a:pPr>
            <a:r>
              <a:t>• Automatic employee creation from imports</a:t>
            </a:r>
          </a:p>
          <a:p>
            <a:pPr>
              <a:spcAft>
                <a:spcPts val="300"/>
              </a:spcAft>
              <a:defRPr sz="1000"/>
            </a:pPr>
            <a:r>
              <a:t>• Google Sheets synchronization</a:t>
            </a:r>
          </a:p>
          <a:p>
            <a:pPr>
              <a:spcAft>
                <a:spcPts val="300"/>
              </a:spcAft>
              <a:defRPr sz="1000"/>
            </a:pPr>
            <a:r>
              <a:t>• Error validation and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  <a:br/>
            <a:r>
              <a:t>Navigate to: CSV Import tab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"CSV Import" tab. Choose file or paste Google Sheets URL. Review preview table. Click "Import Data" to apply changes to roster.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5]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Schedule Change Requests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Manage employee shift change and swap requests with approval workflow.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View pending shift change requests</a:t>
            </a:r>
          </a:p>
          <a:p>
            <a:pPr>
              <a:spcAft>
                <a:spcPts val="300"/>
              </a:spcAft>
              <a:defRPr sz="1000"/>
            </a:pPr>
            <a:r>
              <a:t>• Approve or reject requests with one click</a:t>
            </a:r>
          </a:p>
          <a:p>
            <a:pPr>
              <a:spcAft>
                <a:spcPts val="300"/>
              </a:spcAft>
              <a:defRPr sz="1000"/>
            </a:pPr>
            <a:r>
              <a:t>• See request history and audit trail</a:t>
            </a:r>
          </a:p>
          <a:p>
            <a:pPr>
              <a:spcAft>
                <a:spcPts val="300"/>
              </a:spcAft>
              <a:defRPr sz="1000"/>
            </a:pPr>
            <a:r>
              <a:t>• Filter requests by employee or date</a:t>
            </a:r>
          </a:p>
          <a:p>
            <a:pPr>
              <a:spcAft>
                <a:spcPts val="300"/>
              </a:spcAft>
              <a:defRPr sz="1000"/>
            </a:pPr>
            <a:r>
              <a:t>• Add notes to request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  <a:br/>
            <a:r>
              <a:t>Navigate to: Schedule Requests tab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"Schedule Requests" tab. Review pending requests list. Click "Approve" or "Reject" for each request. View request details to see employee justification.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6]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Employee Portal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Employee self-service portal for viewing schedules and submitting requests.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View personal shift schedule</a:t>
            </a:r>
          </a:p>
          <a:p>
            <a:pPr>
              <a:spcAft>
                <a:spcPts val="300"/>
              </a:spcAft>
              <a:defRPr sz="1000"/>
            </a:pPr>
            <a:r>
              <a:t>• See upcoming shifts and day-off</a:t>
            </a:r>
          </a:p>
          <a:p>
            <a:pPr>
              <a:spcAft>
                <a:spcPts val="300"/>
              </a:spcAft>
              <a:defRPr sz="1000"/>
            </a:pPr>
            <a:r>
              <a:t>• Submit shift change requests</a:t>
            </a:r>
          </a:p>
          <a:p>
            <a:pPr>
              <a:spcAft>
                <a:spcPts val="300"/>
              </a:spcAft>
              <a:defRPr sz="1000"/>
            </a:pPr>
            <a:r>
              <a:t>• View request status and history</a:t>
            </a:r>
          </a:p>
          <a:p>
            <a:pPr>
              <a:spcAft>
                <a:spcPts val="300"/>
              </a:spcAft>
              <a:defRPr sz="1000"/>
            </a:pPr>
            <a:r>
              <a:t>• Access team schedule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http://localhost:3000/techcorp/employee</a:t>
            </a:r>
            <a:br/>
            <a:r>
              <a:t>Login: EMP001 / pass123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Login with employee credentials. Dashboard shows today's and upcoming shifts. Click "Request Change" to submit shift modification requests.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7]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Employee Schedule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Personal calendar view showing employee's assigned shifts and team schedules.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Month and week calendar views</a:t>
            </a:r>
          </a:p>
          <a:p>
            <a:pPr>
              <a:spcAft>
                <a:spcPts val="300"/>
              </a:spcAft>
              <a:defRPr sz="1000"/>
            </a:pPr>
            <a:r>
              <a:t>• Color-coded shift indicators</a:t>
            </a:r>
          </a:p>
          <a:p>
            <a:pPr>
              <a:spcAft>
                <a:spcPts val="300"/>
              </a:spcAft>
              <a:defRPr sz="1000"/>
            </a:pPr>
            <a:r>
              <a:t>• Shift time and location details</a:t>
            </a:r>
          </a:p>
          <a:p>
            <a:pPr>
              <a:spcAft>
                <a:spcPts val="300"/>
              </a:spcAft>
              <a:defRPr sz="1000"/>
            </a:pPr>
            <a:r>
              <a:t>• Team member availability view</a:t>
            </a:r>
          </a:p>
          <a:p>
            <a:pPr>
              <a:spcAft>
                <a:spcPts val="300"/>
              </a:spcAft>
              <a:defRPr sz="1000"/>
            </a:pPr>
            <a:r>
              <a:t>• Export schedule to calendar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http://localhost:3000/techcorp/employee</a:t>
            </a:r>
            <a:br/>
            <a:r>
              <a:t>Navigate to: My Schedule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"My Schedule" in employee menu. Navigate between months using calendar controls. Click any shift to see full details and submit change requests.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8]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Team Schedule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View schedules of team members to coordinate shift coverage and swap requests.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See all team members' shifts</a:t>
            </a:r>
          </a:p>
          <a:p>
            <a:pPr>
              <a:spcAft>
                <a:spcPts val="300"/>
              </a:spcAft>
              <a:defRPr sz="1000"/>
            </a:pPr>
            <a:r>
              <a:t>• Identify coverage gaps</a:t>
            </a:r>
          </a:p>
          <a:p>
            <a:pPr>
              <a:spcAft>
                <a:spcPts val="300"/>
              </a:spcAft>
              <a:defRPr sz="1000"/>
            </a:pPr>
            <a:r>
              <a:t>• Find potential swap partners</a:t>
            </a:r>
          </a:p>
          <a:p>
            <a:pPr>
              <a:spcAft>
                <a:spcPts val="300"/>
              </a:spcAft>
              <a:defRPr sz="1000"/>
            </a:pPr>
            <a:r>
              <a:t>• Team availability overview</a:t>
            </a:r>
          </a:p>
          <a:p>
            <a:pPr>
              <a:spcAft>
                <a:spcPts val="300"/>
              </a:spcAft>
              <a:defRPr sz="1000"/>
            </a:pPr>
            <a:r>
              <a:t>• Contact team members directly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http://localhost:3000/techcorp/employee</a:t>
            </a:r>
            <a:br/>
            <a:r>
              <a:t>Navigate to: Team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Click "Team" in employee menu. View colleague schedules side-by-side. Click team member to view details or initiate shift swap request.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9]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TechCorp Tenant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Demonstration of complete data isolation for TechCorp tenant with independent employee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TechCorp-specific employee IDs (EMP001-EMP005)</a:t>
            </a:r>
          </a:p>
          <a:p>
            <a:pPr>
              <a:spcAft>
                <a:spcPts val="300"/>
              </a:spcAft>
              <a:defRPr sz="1000"/>
            </a:pPr>
            <a:r>
              <a:t>• Isolated shift schedules and templates</a:t>
            </a:r>
          </a:p>
          <a:p>
            <a:pPr>
              <a:spcAft>
                <a:spcPts val="300"/>
              </a:spcAft>
              <a:defRPr sz="1000"/>
            </a:pPr>
            <a:r>
              <a:t>• Separate request management</a:t>
            </a:r>
          </a:p>
          <a:p>
            <a:pPr>
              <a:spcAft>
                <a:spcPts val="300"/>
              </a:spcAft>
              <a:defRPr sz="1000"/>
            </a:pPr>
            <a:r>
              <a:t>• Independent admin users</a:t>
            </a:r>
          </a:p>
          <a:p>
            <a:pPr>
              <a:spcAft>
                <a:spcPts val="300"/>
              </a:spcAft>
              <a:defRPr sz="1000"/>
            </a:pPr>
            <a:r>
              <a:t>• No cross-tenant data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http://localhost:3000/techcorp/admin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Login to TechCorp admin panel. Note employee IDs start with EMP. Verify 5 employees with 5-day schedule. Confirm 3 schedule requests are TechCorp-specific.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3545"/>
                </a:solidFill>
              </a:defRPr>
            </a:pPr>
            <a:r>
              <a:t>[SCREENSHOT PLACEHOLDER 10]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RetailHub Tenant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Demonstration of complete data isolation for RetailHub tenant with separate employee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74903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Key Features:</a:t>
            </a:r>
          </a:p>
          <a:p>
            <a:pPr>
              <a:spcAft>
                <a:spcPts val="300"/>
              </a:spcAft>
              <a:defRPr sz="1000"/>
            </a:pPr>
            <a:r>
              <a:t>• RetailHub-specific employee IDs (RH001-RH003)</a:t>
            </a:r>
          </a:p>
          <a:p>
            <a:pPr>
              <a:spcAft>
                <a:spcPts val="300"/>
              </a:spcAft>
              <a:defRPr sz="1000"/>
            </a:pPr>
            <a:r>
              <a:t>• Different shift patterns and schedules</a:t>
            </a:r>
          </a:p>
          <a:p>
            <a:pPr>
              <a:spcAft>
                <a:spcPts val="300"/>
              </a:spcAft>
              <a:defRPr sz="1000"/>
            </a:pPr>
            <a:r>
              <a:t>• Isolated request management</a:t>
            </a:r>
          </a:p>
          <a:p>
            <a:pPr>
              <a:spcAft>
                <a:spcPts val="300"/>
              </a:spcAft>
              <a:defRPr sz="1000"/>
            </a:pPr>
            <a:r>
              <a:t>• Independent admin access</a:t>
            </a:r>
          </a:p>
          <a:p>
            <a:pPr>
              <a:spcAft>
                <a:spcPts val="300"/>
              </a:spcAft>
              <a:defRPr sz="1000"/>
            </a:pPr>
            <a:r>
              <a:t>• Complete tenant data segregation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377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Access Information:</a:t>
            </a:r>
          </a:p>
          <a:p>
            <a:pPr>
              <a:spcAft>
                <a:spcPts val="300"/>
              </a:spcAft>
              <a:defRPr sz="900"/>
            </a:pPr>
            <a:r>
              <a:t>URL: http://localhost:3000/retailhub/admin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840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/>
            </a:pPr>
            <a:r>
              <a:t>How to Use:</a:t>
            </a:r>
          </a:p>
          <a:p>
            <a:pPr>
              <a:spcAft>
                <a:spcPts val="300"/>
              </a:spcAft>
              <a:defRPr sz="900"/>
            </a:pPr>
            <a:r>
              <a:t>Login to RetailHub admin panel. Note employee IDs start with RH. Verify 3 employees with 3-day schedule. Confirm no TechCorp data is 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i="1"/>
            </a:pPr>
            <a:r>
              <a:t>Note: This is a placeholder. Replace with actual screenshot after manual capture using credentials provided above.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